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14"/>
  </p:notesMasterIdLst>
  <p:sldIdLst>
    <p:sldId id="256" r:id="rId5"/>
    <p:sldId id="257" r:id="rId6"/>
    <p:sldId id="258" r:id="rId7"/>
    <p:sldId id="265" r:id="rId8"/>
    <p:sldId id="259" r:id="rId9"/>
    <p:sldId id="260" r:id="rId10"/>
    <p:sldId id="261" r:id="rId11"/>
    <p:sldId id="262" r:id="rId12"/>
    <p:sldId id="264" r:id="rId13"/>
  </p:sldIdLst>
  <p:sldSz cx="12192000" cy="6858000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Q7nuMt7tDAw1oVfKA+bDX3ocx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FE797F-9DC0-4776-BF1B-2CC144B2CCA2}">
  <a:tblStyle styleId="{EFFE797F-9DC0-4776-BF1B-2CC144B2CCA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9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4762" y="0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9575" y="1233487"/>
            <a:ext cx="5916612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 txBox="1"/>
          <p:nvPr/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7"/>
            <a:ext cx="5916612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3:notes"/>
          <p:cNvSpPr txBox="1"/>
          <p:nvPr/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C4A4978-179F-74A0-E48E-B5224206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>
            <a:extLst>
              <a:ext uri="{FF2B5EF4-FFF2-40B4-BE49-F238E27FC236}">
                <a16:creationId xmlns:a16="http://schemas.microsoft.com/office/drawing/2014/main" id="{AC2ACA42-09B4-F268-2F1E-8B8070647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90" name="Google Shape;90;p3:notes">
            <a:extLst>
              <a:ext uri="{FF2B5EF4-FFF2-40B4-BE49-F238E27FC236}">
                <a16:creationId xmlns:a16="http://schemas.microsoft.com/office/drawing/2014/main" id="{489CD525-CE3D-DF25-FFDC-318B7AC98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401CE952-B5DD-7AA0-A1AC-B3DA6DDFDF91}"/>
              </a:ext>
            </a:extLst>
          </p:cNvPr>
          <p:cNvSpPr txBox="1"/>
          <p:nvPr/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3983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 txBox="1"/>
          <p:nvPr/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5:notes"/>
          <p:cNvSpPr txBox="1"/>
          <p:nvPr/>
        </p:nvSpPr>
        <p:spPr>
          <a:xfrm>
            <a:off x="3814762" y="9371012"/>
            <a:ext cx="29194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73100" y="4748212"/>
            <a:ext cx="5389562" cy="388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8902391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0">
                <a:solidFill>
                  <a:schemeClr val="dk1"/>
                </a:solidFill>
              </a:defRPr>
            </a:lvl1pPr>
            <a:lvl2pPr marL="914400" lvl="1" indent="-406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solidFill>
                  <a:schemeClr val="dk1"/>
                </a:solidFill>
              </a:defRPr>
            </a:lvl2pPr>
            <a:lvl3pPr marL="1371600" lvl="2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>
                <a:solidFill>
                  <a:schemeClr val="dk1"/>
                </a:solidFill>
              </a:defRPr>
            </a:lvl3pPr>
            <a:lvl4pPr marL="1828800" lvl="3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>
                <a:solidFill>
                  <a:schemeClr val="dk1"/>
                </a:solidFill>
              </a:defRPr>
            </a:lvl4pPr>
            <a:lvl5pPr marL="2286000" lvl="4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ctrTitle"/>
          </p:nvPr>
        </p:nvSpPr>
        <p:spPr>
          <a:xfrm>
            <a:off x="1524000" y="1960563"/>
            <a:ext cx="9144000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838200" y="10509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2"/>
          </p:nvPr>
        </p:nvSpPr>
        <p:spPr>
          <a:xfrm>
            <a:off x="6172200" y="10509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11242967" y="6302375"/>
            <a:ext cx="973138" cy="0"/>
            <a:chOff x="10958629" y="6302375"/>
            <a:chExt cx="1541230" cy="0"/>
          </a:xfrm>
        </p:grpSpPr>
        <p:cxnSp>
          <p:nvCxnSpPr>
            <p:cNvPr id="11" name="Google Shape;11;p12"/>
            <p:cNvCxnSpPr/>
            <p:nvPr/>
          </p:nvCxnSpPr>
          <p:spPr>
            <a:xfrm>
              <a:off x="10988800" y="6302375"/>
              <a:ext cx="1480888" cy="0"/>
            </a:xfrm>
            <a:prstGeom prst="straightConnector1">
              <a:avLst/>
            </a:prstGeom>
            <a:noFill/>
            <a:ln w="28575" cap="flat" cmpd="sng">
              <a:solidFill>
                <a:srgbClr val="A423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2;p12"/>
            <p:cNvCxnSpPr/>
            <p:nvPr/>
          </p:nvCxnSpPr>
          <p:spPr>
            <a:xfrm>
              <a:off x="10958629" y="6302375"/>
              <a:ext cx="1541230" cy="0"/>
            </a:xfrm>
            <a:prstGeom prst="straightConnector1">
              <a:avLst/>
            </a:prstGeom>
            <a:noFill/>
            <a:ln w="28575" cap="flat" cmpd="sng">
              <a:solidFill>
                <a:srgbClr val="A7CE3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3;p12"/>
            <p:cNvCxnSpPr/>
            <p:nvPr/>
          </p:nvCxnSpPr>
          <p:spPr>
            <a:xfrm>
              <a:off x="10959093" y="6302375"/>
              <a:ext cx="1538715" cy="0"/>
            </a:xfrm>
            <a:prstGeom prst="straightConnector1">
              <a:avLst/>
            </a:prstGeom>
            <a:noFill/>
            <a:ln w="28575" cap="flat" cmpd="sng">
              <a:solidFill>
                <a:srgbClr val="F5822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4" name="Google Shape;14;p12"/>
          <p:cNvCxnSpPr/>
          <p:nvPr/>
        </p:nvCxnSpPr>
        <p:spPr>
          <a:xfrm rot="10800000" flipH="1">
            <a:off x="119062" y="895350"/>
            <a:ext cx="4351337" cy="25400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" name="Google Shape;15;p12"/>
          <p:cNvPicPr preferRelativeResize="0"/>
          <p:nvPr/>
        </p:nvPicPr>
        <p:blipFill rotWithShape="1">
          <a:blip r:embed="rId3">
            <a:alphaModFix/>
          </a:blip>
          <a:srcRect l="7786" t="13615" r="86178" b="75440"/>
          <a:stretch/>
        </p:blipFill>
        <p:spPr>
          <a:xfrm>
            <a:off x="255587" y="92075"/>
            <a:ext cx="735012" cy="75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2"/>
          <p:cNvPicPr preferRelativeResize="0"/>
          <p:nvPr/>
        </p:nvPicPr>
        <p:blipFill rotWithShape="1">
          <a:blip r:embed="rId4">
            <a:alphaModFix/>
          </a:blip>
          <a:srcRect l="50998" t="19032" r="40611" b="75822"/>
          <a:stretch/>
        </p:blipFill>
        <p:spPr>
          <a:xfrm>
            <a:off x="10555287" y="258762"/>
            <a:ext cx="1023937" cy="35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 txBox="1"/>
          <p:nvPr/>
        </p:nvSpPr>
        <p:spPr>
          <a:xfrm>
            <a:off x="9937750" y="595312"/>
            <a:ext cx="3592512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00"/>
              <a:buFont typeface="Bookman Old Style"/>
              <a:buNone/>
            </a:pPr>
            <a:r>
              <a:rPr lang="en-US" sz="9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</a:t>
            </a:r>
            <a:r>
              <a:rPr lang="en-US" sz="10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.Peter’s Engineering  College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 txBox="1"/>
          <p:nvPr/>
        </p:nvSpPr>
        <p:spPr>
          <a:xfrm>
            <a:off x="541337" y="6211887"/>
            <a:ext cx="832008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CSE(Artificial Intelligence and Machine Learning)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6" descr="Logo, company nam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450" y="20637"/>
            <a:ext cx="1181100" cy="11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9375" y="5467350"/>
            <a:ext cx="2260600" cy="79851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8"/>
          <p:cNvGrpSpPr/>
          <p:nvPr/>
        </p:nvGrpSpPr>
        <p:grpSpPr>
          <a:xfrm>
            <a:off x="7240587" y="6302375"/>
            <a:ext cx="4489450" cy="0"/>
            <a:chOff x="7230414" y="6467118"/>
            <a:chExt cx="4489361" cy="0"/>
          </a:xfrm>
        </p:grpSpPr>
        <p:cxnSp>
          <p:nvCxnSpPr>
            <p:cNvPr id="54" name="Google Shape;54;p18"/>
            <p:cNvCxnSpPr/>
            <p:nvPr/>
          </p:nvCxnSpPr>
          <p:spPr>
            <a:xfrm>
              <a:off x="10238666" y="6467118"/>
              <a:ext cx="1481109" cy="0"/>
            </a:xfrm>
            <a:prstGeom prst="straightConnector1">
              <a:avLst/>
            </a:prstGeom>
            <a:noFill/>
            <a:ln w="28575" cap="flat" cmpd="sng">
              <a:solidFill>
                <a:srgbClr val="A423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" name="Google Shape;55;p18"/>
            <p:cNvCxnSpPr/>
            <p:nvPr/>
          </p:nvCxnSpPr>
          <p:spPr>
            <a:xfrm>
              <a:off x="8686122" y="6467118"/>
              <a:ext cx="1539844" cy="0"/>
            </a:xfrm>
            <a:prstGeom prst="straightConnector1">
              <a:avLst/>
            </a:prstGeom>
            <a:noFill/>
            <a:ln w="28575" cap="flat" cmpd="sng">
              <a:solidFill>
                <a:srgbClr val="A7CE3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" name="Google Shape;56;p18"/>
            <p:cNvCxnSpPr/>
            <p:nvPr/>
          </p:nvCxnSpPr>
          <p:spPr>
            <a:xfrm>
              <a:off x="7230414" y="6467118"/>
              <a:ext cx="1538257" cy="0"/>
            </a:xfrm>
            <a:prstGeom prst="straightConnector1">
              <a:avLst/>
            </a:prstGeom>
            <a:noFill/>
            <a:ln w="28575" cap="flat" cmpd="sng">
              <a:solidFill>
                <a:srgbClr val="F5822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57" name="Google Shape;57;p18"/>
          <p:cNvCxnSpPr/>
          <p:nvPr/>
        </p:nvCxnSpPr>
        <p:spPr>
          <a:xfrm rot="10800000" flipH="1">
            <a:off x="119062" y="895350"/>
            <a:ext cx="4351337" cy="25400"/>
          </a:xfrm>
          <a:prstGeom prst="straightConnector1">
            <a:avLst/>
          </a:prstGeom>
          <a:noFill/>
          <a:ln w="5715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8" name="Google Shape;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587" y="138112"/>
            <a:ext cx="827087" cy="6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262" y="138112"/>
            <a:ext cx="1000125" cy="5603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7887" cy="4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4064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  <a:defRPr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/>
        </p:nvSpPr>
        <p:spPr>
          <a:xfrm>
            <a:off x="10983912" y="6411912"/>
            <a:ext cx="317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600"/>
              <a:buFont typeface="Cambria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1F5F"/>
                </a:solidFill>
                <a:latin typeface="Cambria"/>
                <a:ea typeface="Cambria"/>
                <a:cs typeface="Cambria"/>
                <a:sym typeface="Cambria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2344746" y="4908310"/>
            <a:ext cx="64809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man Old Style"/>
              <a:buNone/>
            </a:pPr>
            <a:r>
              <a:rPr lang="en-US" sz="2700" b="1" i="0" u="none" strike="noStrike" cap="none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Project Title</a:t>
            </a:r>
            <a:endParaRPr sz="2700" b="1" i="0" u="none" strike="noStrike" cap="none">
              <a:solidFill>
                <a:srgbClr val="FF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7298892" y="4598410"/>
            <a:ext cx="4819800" cy="16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0" u="sng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Format to be followed: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Font Type: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Bookman Old Style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Font Size: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22 (For Content)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For side Heading 24 with Bold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Color 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Black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2A8E2-34FE-E18D-CC43-0755D04E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624" y="0"/>
            <a:ext cx="1223162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1128713" y="138113"/>
            <a:ext cx="8902391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Title </a:t>
            </a:r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1128712" y="1090612"/>
            <a:ext cx="97680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1311275" y="203200"/>
            <a:ext cx="89028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Team Details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7228198" y="2506662"/>
            <a:ext cx="1444500" cy="14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852487" y="2506662"/>
            <a:ext cx="1444500" cy="14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1506202" y="6519009"/>
            <a:ext cx="3858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2584475" y="2333625"/>
            <a:ext cx="27624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20"/>
              <a:buFont typeface="Bookman Old Style"/>
              <a:buNone/>
            </a:pPr>
            <a:r>
              <a:rPr lang="en-US" sz="1702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(Team Leader)</a:t>
            </a:r>
            <a:endParaRPr sz="77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3"/>
          <p:cNvCxnSpPr/>
          <p:nvPr/>
        </p:nvCxnSpPr>
        <p:spPr>
          <a:xfrm>
            <a:off x="6040582" y="1583807"/>
            <a:ext cx="0" cy="452430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" name="Google Shape;100;p3"/>
          <p:cNvCxnSpPr/>
          <p:nvPr/>
        </p:nvCxnSpPr>
        <p:spPr>
          <a:xfrm>
            <a:off x="2597150" y="2867025"/>
            <a:ext cx="1717800" cy="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01" name="Google Shape;101;p3"/>
          <p:cNvGraphicFramePr/>
          <p:nvPr/>
        </p:nvGraphicFramePr>
        <p:xfrm>
          <a:off x="461962" y="1173162"/>
          <a:ext cx="11617325" cy="685850"/>
        </p:xfrm>
        <a:graphic>
          <a:graphicData uri="http://schemas.openxmlformats.org/drawingml/2006/table">
            <a:tbl>
              <a:tblPr>
                <a:noFill/>
                <a:tableStyleId>{EFFE797F-9DC0-4776-BF1B-2CC144B2CCA2}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Bookman Old Style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Team Name: 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Bookman Old Style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L="91425" marR="91425" marT="45725" marB="45725">
                    <a:lnL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5F5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Google Shape;102;p3"/>
          <p:cNvSpPr txBox="1"/>
          <p:nvPr/>
        </p:nvSpPr>
        <p:spPr>
          <a:xfrm>
            <a:off x="2584450" y="2959100"/>
            <a:ext cx="27624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College:</a:t>
            </a:r>
            <a:endParaRPr sz="14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Stream: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Year of graduation: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999737" y="2832750"/>
            <a:ext cx="27624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College: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Stream: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Year of graduation: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9182300" y="2740675"/>
            <a:ext cx="1717800" cy="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3"/>
          <p:cNvSpPr txBox="1"/>
          <p:nvPr/>
        </p:nvSpPr>
        <p:spPr>
          <a:xfrm>
            <a:off x="9009249" y="2246950"/>
            <a:ext cx="29871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40"/>
              <a:buFont typeface="Bookman Old Style"/>
              <a:buNone/>
            </a:pPr>
            <a:r>
              <a:rPr lang="en-US" sz="164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(MEMBER)</a:t>
            </a:r>
            <a:endParaRPr sz="79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41ADE86F-379D-2802-5BB5-C0CF25C0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>
            <a:extLst>
              <a:ext uri="{FF2B5EF4-FFF2-40B4-BE49-F238E27FC236}">
                <a16:creationId xmlns:a16="http://schemas.microsoft.com/office/drawing/2014/main" id="{C6717F24-617A-D751-0DE5-FCC3F7C0B5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1275" y="203200"/>
            <a:ext cx="89028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Team Details</a:t>
            </a:r>
            <a:endParaRPr/>
          </a:p>
        </p:txBody>
      </p:sp>
      <p:sp>
        <p:nvSpPr>
          <p:cNvPr id="94" name="Google Shape;94;p3">
            <a:extLst>
              <a:ext uri="{FF2B5EF4-FFF2-40B4-BE49-F238E27FC236}">
                <a16:creationId xmlns:a16="http://schemas.microsoft.com/office/drawing/2014/main" id="{7F0D400A-B04A-DC09-2B43-0D78296B4AAE}"/>
              </a:ext>
            </a:extLst>
          </p:cNvPr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>
            <a:extLst>
              <a:ext uri="{FF2B5EF4-FFF2-40B4-BE49-F238E27FC236}">
                <a16:creationId xmlns:a16="http://schemas.microsoft.com/office/drawing/2014/main" id="{3871A35F-3AD6-C059-32A5-0A4E7FB03C11}"/>
              </a:ext>
            </a:extLst>
          </p:cNvPr>
          <p:cNvSpPr txBox="1"/>
          <p:nvPr/>
        </p:nvSpPr>
        <p:spPr>
          <a:xfrm>
            <a:off x="7228198" y="2506662"/>
            <a:ext cx="1444500" cy="14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" name="Google Shape;96;p3">
            <a:extLst>
              <a:ext uri="{FF2B5EF4-FFF2-40B4-BE49-F238E27FC236}">
                <a16:creationId xmlns:a16="http://schemas.microsoft.com/office/drawing/2014/main" id="{B8B14A1C-B50C-6B97-8367-6D9529F0FEB4}"/>
              </a:ext>
            </a:extLst>
          </p:cNvPr>
          <p:cNvSpPr txBox="1"/>
          <p:nvPr/>
        </p:nvSpPr>
        <p:spPr>
          <a:xfrm>
            <a:off x="852487" y="2506662"/>
            <a:ext cx="1444500" cy="14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F760A2CF-3CF2-B14B-DD24-A56217C9389C}"/>
              </a:ext>
            </a:extLst>
          </p:cNvPr>
          <p:cNvSpPr txBox="1"/>
          <p:nvPr/>
        </p:nvSpPr>
        <p:spPr>
          <a:xfrm>
            <a:off x="11506202" y="6519009"/>
            <a:ext cx="3858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>
            <a:extLst>
              <a:ext uri="{FF2B5EF4-FFF2-40B4-BE49-F238E27FC236}">
                <a16:creationId xmlns:a16="http://schemas.microsoft.com/office/drawing/2014/main" id="{2308B0AE-94DA-ECBC-AC75-A3D28906562F}"/>
              </a:ext>
            </a:extLst>
          </p:cNvPr>
          <p:cNvSpPr txBox="1"/>
          <p:nvPr/>
        </p:nvSpPr>
        <p:spPr>
          <a:xfrm>
            <a:off x="2584475" y="2333625"/>
            <a:ext cx="27624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20"/>
              <a:buFont typeface="Bookman Old Style"/>
              <a:buNone/>
            </a:pPr>
            <a:r>
              <a:rPr lang="en-US" sz="1702" b="1" i="0" u="none" strike="noStrike" cap="none" dirty="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</a:t>
            </a:r>
            <a:r>
              <a:rPr lang="en-US" sz="1702" b="1" dirty="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MEMBER</a:t>
            </a:r>
            <a:r>
              <a:rPr lang="en-US" sz="1702" b="1" i="0" u="none" strike="noStrike" cap="none" dirty="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)</a:t>
            </a:r>
            <a:endParaRPr sz="77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3">
            <a:extLst>
              <a:ext uri="{FF2B5EF4-FFF2-40B4-BE49-F238E27FC236}">
                <a16:creationId xmlns:a16="http://schemas.microsoft.com/office/drawing/2014/main" id="{2DD131EB-3BCD-4EF6-3A44-44EFEF030D13}"/>
              </a:ext>
            </a:extLst>
          </p:cNvPr>
          <p:cNvCxnSpPr/>
          <p:nvPr/>
        </p:nvCxnSpPr>
        <p:spPr>
          <a:xfrm>
            <a:off x="6040582" y="1583807"/>
            <a:ext cx="0" cy="452430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" name="Google Shape;100;p3">
            <a:extLst>
              <a:ext uri="{FF2B5EF4-FFF2-40B4-BE49-F238E27FC236}">
                <a16:creationId xmlns:a16="http://schemas.microsoft.com/office/drawing/2014/main" id="{71EF9E42-AD7C-2053-3B30-9946D7933A39}"/>
              </a:ext>
            </a:extLst>
          </p:cNvPr>
          <p:cNvCxnSpPr/>
          <p:nvPr/>
        </p:nvCxnSpPr>
        <p:spPr>
          <a:xfrm>
            <a:off x="2597150" y="2867025"/>
            <a:ext cx="1717800" cy="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82066E3D-FAA0-639B-7EB0-57333F0FFE7D}"/>
              </a:ext>
            </a:extLst>
          </p:cNvPr>
          <p:cNvGraphicFramePr/>
          <p:nvPr/>
        </p:nvGraphicFramePr>
        <p:xfrm>
          <a:off x="461962" y="1173162"/>
          <a:ext cx="11617325" cy="685850"/>
        </p:xfrm>
        <a:graphic>
          <a:graphicData uri="http://schemas.openxmlformats.org/drawingml/2006/table">
            <a:tbl>
              <a:tblPr>
                <a:noFill/>
                <a:tableStyleId>{EFFE797F-9DC0-4776-BF1B-2CC144B2CCA2}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Bookman Old Style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Team Name: </a:t>
                      </a:r>
                      <a:endParaRPr sz="1400" u="none" strike="noStrike" cap="none"/>
                    </a:p>
                  </a:txBody>
                  <a:tcPr marL="91425" marR="91425" marT="45725" marB="45725">
                    <a:lnL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Bookman Old Style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L="91425" marR="91425" marT="45725" marB="45725">
                    <a:lnL w="9525" cap="flat" cmpd="sng">
                      <a:solidFill>
                        <a:srgbClr val="DEEBF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BE5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5F5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82AB9FEA-D942-86AE-5D5A-A8D167C18B9A}"/>
              </a:ext>
            </a:extLst>
          </p:cNvPr>
          <p:cNvSpPr txBox="1"/>
          <p:nvPr/>
        </p:nvSpPr>
        <p:spPr>
          <a:xfrm>
            <a:off x="2584450" y="2959100"/>
            <a:ext cx="27624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College:</a:t>
            </a:r>
            <a:endParaRPr sz="14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Stream: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Year of graduation: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C1CED791-8D24-1720-F41F-E9E2643F4B44}"/>
              </a:ext>
            </a:extLst>
          </p:cNvPr>
          <p:cNvSpPr txBox="1"/>
          <p:nvPr/>
        </p:nvSpPr>
        <p:spPr>
          <a:xfrm>
            <a:off x="8999737" y="2832750"/>
            <a:ext cx="27624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College: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Stream: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ookman Old Style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Year of graduation: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3">
            <a:extLst>
              <a:ext uri="{FF2B5EF4-FFF2-40B4-BE49-F238E27FC236}">
                <a16:creationId xmlns:a16="http://schemas.microsoft.com/office/drawing/2014/main" id="{B549C786-4285-3B9E-DC43-BC360D81932A}"/>
              </a:ext>
            </a:extLst>
          </p:cNvPr>
          <p:cNvCxnSpPr/>
          <p:nvPr/>
        </p:nvCxnSpPr>
        <p:spPr>
          <a:xfrm>
            <a:off x="9182300" y="2740675"/>
            <a:ext cx="1717800" cy="0"/>
          </a:xfrm>
          <a:prstGeom prst="straightConnector1">
            <a:avLst/>
          </a:prstGeom>
          <a:noFill/>
          <a:ln w="9525" cap="flat" cmpd="sng">
            <a:solidFill>
              <a:srgbClr val="C9C9C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D5D8502-46B1-17A1-4BCA-3F631689F409}"/>
              </a:ext>
            </a:extLst>
          </p:cNvPr>
          <p:cNvSpPr txBox="1"/>
          <p:nvPr/>
        </p:nvSpPr>
        <p:spPr>
          <a:xfrm>
            <a:off x="9009249" y="2246950"/>
            <a:ext cx="29871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40"/>
              <a:buFont typeface="Bookman Old Style"/>
              <a:buNone/>
            </a:pPr>
            <a:r>
              <a:rPr lang="en-US" sz="164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(MEMBER)</a:t>
            </a:r>
            <a:endParaRPr sz="79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8528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1128712" y="138112"/>
            <a:ext cx="89028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Theme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247650" y="1084262"/>
            <a:ext cx="11312400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Choose the themes from the below list which suites to your project justify it in 15-20 words as shown.</a:t>
            </a:r>
            <a:endParaRPr sz="1800" b="1" i="0" u="none" strike="noStrike" cap="none">
              <a:solidFill>
                <a:srgbClr val="00206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Domains: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1.Artificial Intelligence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2.Cyber Security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3.Data Science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4.IOT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5.Blockchain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6.Auto-Tech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7.Agriculture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8.Waste Management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9.Low Poverty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Bookman Old Style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10.Open Innovation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7354816" y="1389014"/>
            <a:ext cx="33684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8441346" y="4662265"/>
            <a:ext cx="3540600" cy="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1206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1162050" y="315912"/>
            <a:ext cx="89028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Statement 			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 descr="blob:https://web.whatsapp.com/e5d65f02-7e5e-4bf2-93c7-df5efb62265e"/>
          <p:cNvSpPr txBox="1"/>
          <p:nvPr/>
        </p:nvSpPr>
        <p:spPr>
          <a:xfrm>
            <a:off x="165100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3047675" y="1832675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930825" y="1368700"/>
            <a:ext cx="835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92600" y="1471725"/>
            <a:ext cx="107943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1128700" y="138097"/>
            <a:ext cx="94521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Existing solution/Literature Survey 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159062" y="289837"/>
            <a:ext cx="89028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Bookman Old Style"/>
              <a:buNone/>
            </a:pPr>
            <a:r>
              <a:rPr lang="en-US" sz="28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solution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1063625" y="169850"/>
            <a:ext cx="951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Bookman Old Style"/>
              <a:buNone/>
            </a:pPr>
            <a:r>
              <a:rPr lang="en-US" sz="2400" b="1" i="0" u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Comparison/Advantages of Proposed Solution with Existing 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Bookman Old Style"/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566737" y="5302250"/>
            <a:ext cx="60945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PATENT  FILED: </a:t>
            </a:r>
            <a:r>
              <a:rPr lang="en-US"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Yes/No  </a:t>
            </a:r>
            <a:endParaRPr sz="16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0" marR="0" lvl="1" indent="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endParaRPr sz="1600" b="0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Bookman Old Style</vt:lpstr>
      <vt:lpstr>Calibri</vt:lpstr>
      <vt:lpstr>Cambria</vt:lpstr>
      <vt:lpstr>2_Office Theme</vt:lpstr>
      <vt:lpstr>Office Theme</vt:lpstr>
      <vt:lpstr>1_Office Theme</vt:lpstr>
      <vt:lpstr>3_Office Theme</vt:lpstr>
      <vt:lpstr>PowerPoint Presentation</vt:lpstr>
      <vt:lpstr>Project Title </vt:lpstr>
      <vt:lpstr>Team Details</vt:lpstr>
      <vt:lpstr>Team Details</vt:lpstr>
      <vt:lpstr>Theme</vt:lpstr>
      <vt:lpstr>Problem Statement    </vt:lpstr>
      <vt:lpstr>Existing solution/Literature Survey </vt:lpstr>
      <vt:lpstr>Proposed solution</vt:lpstr>
      <vt:lpstr>Comparison/Advantages of Proposed Solution with Existing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Vamshi</dc:creator>
  <cp:lastModifiedBy>SURAJ CHOUDHARY</cp:lastModifiedBy>
  <cp:revision>2</cp:revision>
  <dcterms:modified xsi:type="dcterms:W3CDTF">2026-07-20T09:26:33Z</dcterms:modified>
</cp:coreProperties>
</file>